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2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1.png"/><Relationship Id="rId4" Type="http://schemas.openxmlformats.org/officeDocument/2006/relationships/image" Target="../media/image-27-1.png"/><Relationship Id="rId5" Type="http://schemas.openxmlformats.org/officeDocument/2006/relationships/image" Target="../media/image-27-1.png"/><Relationship Id="rId6" Type="http://schemas.openxmlformats.org/officeDocument/2006/relationships/image" Target="../media/image-2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One-Off Cleaning to a Trustworthy Pipeline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Week 4 steps into a repeatable data pipeline, test it, and show the result in charts that tell the truth.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Pipelines &amp; Visualisation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Session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6" name="Image 0" descr="/home/claude/week5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061" y="1814901"/>
            <a:ext cx="375270" cy="375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270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problem: new data arrives every minute, who re-runs your notebook?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17556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0" name="Image 1" descr="/home/claude/week5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341" y="1814901"/>
            <a:ext cx="375270" cy="3752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5270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a pipeline is, and how to build one from your Week 4 steps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1272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4" name="Image 2" descr="/home/claude/week5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1" y="3186501"/>
            <a:ext cx="375270" cy="37527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8986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Testing a pipeline: validation, a data-health report, assertions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17920" y="27889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31272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8" name="Image 3" descr="/home/claude/week5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341" y="3186501"/>
            <a:ext cx="375270" cy="37527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28986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scikit-learn Pipeline and why it prevents data leakage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4988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2" name="Image 4" descr="/home/claude/week5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1" y="4558101"/>
            <a:ext cx="375270" cy="37527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2702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Visualisation: charts that show what the numbers hide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217920" y="41605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25" name="Shape 18"/>
          <p:cNvSpPr/>
          <p:nvPr/>
        </p:nvSpPr>
        <p:spPr>
          <a:xfrm>
            <a:off x="6419088" y="44988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6" name="Image 5" descr="/home/claude/week5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341" y="4558101"/>
            <a:ext cx="375270" cy="37527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86600" y="42702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Honest charts: how axes and colour can mislead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548640" y="55321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29" name="Shape 21"/>
          <p:cNvSpPr/>
          <p:nvPr/>
        </p:nvSpPr>
        <p:spPr>
          <a:xfrm>
            <a:off x="749808" y="58704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30" name="Image 6" descr="/home/claude/week5/icons/pl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061" y="5929701"/>
            <a:ext cx="375270" cy="37527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417320" y="56418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Lab: build the pipeline and a one-page data-health dashboard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6217920" y="55321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2F6F8"/>
          </a:solidFill>
          <a:ln/>
        </p:spPr>
      </p:sp>
      <p:sp>
        <p:nvSpPr>
          <p:cNvPr id="33" name="Shape 24"/>
          <p:cNvSpPr/>
          <p:nvPr/>
        </p:nvSpPr>
        <p:spPr>
          <a:xfrm>
            <a:off x="6419088" y="5870448"/>
            <a:ext cx="493776" cy="493776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34" name="Image 7" descr="/home/claude/week5/icons/fla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341" y="5929701"/>
            <a:ext cx="375270" cy="37527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86600" y="564184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this feeds your portfolio and the Week 9 integration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 →  New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434840"/>
          </a:xfrm>
          <a:prstGeom prst="roundRect">
            <a:avLst>
              <a:gd name="adj" fmla="val 1443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120640" cy="594360"/>
          </a:xfrm>
          <a:prstGeom prst="roundRect">
            <a:avLst>
              <a:gd name="adj" fmla="val 10769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9928"/>
            <a:ext cx="5120640" cy="301752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904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week5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89" y="1543141"/>
            <a:ext cx="333573" cy="3335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17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(Week 4)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sensor data is dirty: gaps, glitches, drift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check, short-gap fill, interpolation, drift correction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vs cloud: where each step should run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cleaning against the truth (MAE 5.08 → 2.93)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1417320"/>
            <a:ext cx="5120640" cy="4434840"/>
          </a:xfrm>
          <a:prstGeom prst="roundRect">
            <a:avLst>
              <a:gd name="adj" fmla="val 1443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1417320"/>
            <a:ext cx="5120640" cy="594360"/>
          </a:xfrm>
          <a:prstGeom prst="roundRect">
            <a:avLst>
              <a:gd name="adj" fmla="val 10769"/>
            </a:avLst>
          </a:prstGeom>
          <a:solidFill>
            <a:srgbClr val="0A6E6E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709928"/>
            <a:ext cx="5120640" cy="3017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5120" y="14904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home/claude/week5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789" y="1543141"/>
            <a:ext cx="333573" cy="33357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1417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today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those steps into one repeatable, testable system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system still works when the data changes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errors your numbers hide, using charts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charts that mislead, and building ones that don’t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788152" y="3342132"/>
            <a:ext cx="585216" cy="585216"/>
          </a:xfrm>
          <a:prstGeom prst="ellipse">
            <a:avLst/>
          </a:prstGeom>
          <a:solidFill>
            <a:srgbClr val="0F9B9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788152" y="33421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question: how do you trust a system that runs without you watching it?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a Notebook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once, by hand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01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Monday you clicked “Run all”. The wearable sends a new reading every minute, and nobody is clicking.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237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depend on hidden order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drift cell before the gap cell and the answer changes. Nothing in a notebook stops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5701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tell if it broke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6791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sensor starts sending 999, a notebook happily cleans it into a believable-looking wrong answer.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590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else can reuse 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0118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teammate needs the same cleaning for the smart-building sensor. Copy and paste is how bugs spread.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456432" cy="3968496"/>
          </a:xfrm>
          <a:prstGeom prst="roundRect">
            <a:avLst>
              <a:gd name="adj" fmla="val 1852"/>
            </a:avLst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8" name="Image 0" descr="/home/claude/week5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1700784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06840" y="1673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286000"/>
            <a:ext cx="301752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is not a model. It is a model plus everything that feeds it, checks it, and shows its results, running without you.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steps that moves data from where it is collected to where it is used. Each step takes data in, changes it, and passes it 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readings arrive, impossible values are removed, gaps are filled, drift is corrected, and the clean result goes to the model.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water-treatment plant: water goes through fixed stages in a fixed order, and every drop gets the same treatment. A pipeline does the same for data, so the output is consistent and you can run it again tomorrow.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IBM, “What is a data pipeline?”; scikit-learn User Guide, “Pipelines and composite estimators”.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Vitals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3309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week5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542" y="2438888"/>
            <a:ext cx="389169" cy="38916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raw readings. Line them up on the expected timeline so missing minutes show up as gaps.</a:t>
            </a:r>
            <a:endParaRPr lang="en-US" sz="1050" dirty="0"/>
          </a:p>
        </p:txBody>
      </p:sp>
      <p:pic>
        <p:nvPicPr>
          <p:cNvPr id="10" name="Image 1" descr="/home/claude/week5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752" y="3438144"/>
            <a:ext cx="201168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3078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0A6E6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56794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01523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week5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682" y="2438888"/>
            <a:ext cx="389169" cy="3891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6794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56794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impossible values (HR outside 30–220, SpO2 outside 70–100). Runs on the edge.</a:t>
            </a:r>
            <a:endParaRPr lang="en-US" sz="1050" dirty="0"/>
          </a:p>
        </p:txBody>
      </p:sp>
      <p:pic>
        <p:nvPicPr>
          <p:cNvPr id="17" name="Image 3" descr="/home/claude/week5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892" y="3438144"/>
            <a:ext cx="201168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1292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13315C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45008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89737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/home/claude/week5/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822" y="2438888"/>
            <a:ext cx="389169" cy="38916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5008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45008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short gaps, then interpolate longer gaps. Short gaps on the edge, long gaps in the cloud.</a:t>
            </a:r>
            <a:endParaRPr lang="en-US" sz="1050" dirty="0"/>
          </a:p>
        </p:txBody>
      </p:sp>
      <p:pic>
        <p:nvPicPr>
          <p:cNvPr id="24" name="Image 5" descr="/home/claude/week5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32" y="3438144"/>
            <a:ext cx="201168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9506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0A6E6E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33222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677951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6" descr="/home/claude/week5/icons/trending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962" y="2438888"/>
            <a:ext cx="389169" cy="389169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33222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633222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slow sensor drift using a rolling median. Needs history, so it runs in the cloud.</a:t>
            </a:r>
            <a:endParaRPr lang="en-US" sz="1050" dirty="0"/>
          </a:p>
        </p:txBody>
      </p:sp>
      <p:pic>
        <p:nvPicPr>
          <p:cNvPr id="31" name="Image 7" descr="/home/claude/week5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172" y="3438144"/>
            <a:ext cx="201168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07720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13315C"/>
          </a:solidFill>
          <a:ln/>
        </p:spPr>
      </p:sp>
      <p:sp>
        <p:nvSpPr>
          <p:cNvPr id="33" name="Text 23"/>
          <p:cNvSpPr txBox="1"/>
          <p:nvPr/>
        </p:nvSpPr>
        <p:spPr>
          <a:xfrm>
            <a:off x="821436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24"/>
          <p:cNvSpPr/>
          <p:nvPr/>
        </p:nvSpPr>
        <p:spPr>
          <a:xfrm>
            <a:off x="866165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8" descr="/home/claude/week5/icons/lay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102" y="2438888"/>
            <a:ext cx="389169" cy="389169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21436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821436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5-minute averages and change rates that a model can learn from.</a:t>
            </a:r>
            <a:endParaRPr lang="en-US" sz="1050" dirty="0"/>
          </a:p>
        </p:txBody>
      </p:sp>
      <p:pic>
        <p:nvPicPr>
          <p:cNvPr id="38" name="Image 9" descr="/home/claude/week5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2312" y="3438144"/>
            <a:ext cx="201168" cy="25603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959340" y="1920240"/>
            <a:ext cx="1680972" cy="3291840"/>
          </a:xfrm>
          <a:prstGeom prst="roundRect">
            <a:avLst>
              <a:gd name="adj" fmla="val 3808"/>
            </a:avLst>
          </a:prstGeom>
          <a:solidFill>
            <a:srgbClr val="0A6E6E"/>
          </a:solidFill>
          <a:ln/>
        </p:spPr>
      </p:sp>
      <p:sp>
        <p:nvSpPr>
          <p:cNvPr id="40" name="Text 28"/>
          <p:cNvSpPr txBox="1"/>
          <p:nvPr/>
        </p:nvSpPr>
        <p:spPr>
          <a:xfrm>
            <a:off x="1009650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1" name="Shape 29"/>
          <p:cNvSpPr/>
          <p:nvPr/>
        </p:nvSpPr>
        <p:spPr>
          <a:xfrm>
            <a:off x="10543794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10" descr="/home/claude/week5/icons/barChar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5242" y="2438888"/>
            <a:ext cx="389169" cy="389169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10096500" y="3063240"/>
            <a:ext cx="14066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44" name="Text 31"/>
          <p:cNvSpPr txBox="1"/>
          <p:nvPr/>
        </p:nvSpPr>
        <p:spPr>
          <a:xfrm>
            <a:off x="10096500" y="3703320"/>
            <a:ext cx="14066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results to the model and to a chart or dashboard a person can read.</a:t>
            </a:r>
            <a:endParaRPr lang="en-US" sz="1050" dirty="0"/>
          </a:p>
        </p:txBody>
      </p:sp>
      <p:sp>
        <p:nvSpPr>
          <p:cNvPr id="45" name="Text 32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Each Cleaning Step Becomes a Function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Week 4, but named, reusable and testable on its 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check_range(df):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df.loc[~df["heart_rate"].between(30, 220),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"heart_rate"] = np.nan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df.loc[~df["spo2"].between(70, 100),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"spo2"] = np.nan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fill_short_gaps(df):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df.ffill(limit=2)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interpolate_gaps(df):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df.interpolate(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limit_direction="both")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remove_drift(df):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df.copy()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df["heart_rate"].iloc[:10].median()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trend = df["heart_rate"].rolling(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60, min_periods=10).median()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df["heart_rate"] -= (trend - base).fillna(0)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with .pipe()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pandas method that passes a DataFrame into a function and returns the result, so several functions can be linked in a readable top-to-bottom chain.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df.pipe(check_range).pipe(fill_short_gaps) means: run check_range on df, then run fill_short_gaps on whatever came out.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like a recipe, and the order is written down in one place. Move a step and you can see you moved it. That is what a notebook cannot give you.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pandas documentation, “DataFrame.pipe”.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Chain the Steps Into One Pipeline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function, run_pipeline(), takes raw readings and returns clean 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= pd.date_range(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"2026-10-12 08:00", periods=240, freq="min")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run_pipeline(raw):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raw.set_index("timestamp")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df.reindex(expected)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(df.pipe(check_range)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.pipe(fill_short_gaps)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.pipe(interpolate_gaps)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.pipe(remove_drift))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run_pipeline(noisy)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print(clean.shape)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print("Missing:", int(clean.isna().sum().sum()))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print(clean["heart_rate"].describe().round(1))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(240, 2)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Missing: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   240.0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   74.5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      12.1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     59.3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       70.0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      70.4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       71.2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    101.1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heart_rate, dtype: float64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Trusting the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 that data meets rules you decided in advance, such as “heart rate is between 30 and 220” or “no missing values”.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pipeline runs, a check confirms 240 rows and no impossible heart rates. If the check fails, the system stops instead of passing bad data 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running unattended must be able to say “something is wrong”. Validation is the alarm. Without it, a broken sensor produces confident but wrong results.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Python documentation, “assert statement”; Google, “Rules of Machine Learning” (monitor your inputs).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A Data-Health Report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what arrived, what was broken, and what is still missing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data_health(raw, clean):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raw.set_index("timestamp").reindex(expected)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"readings expected": len(expected),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"never arrived": int(r["heart_rate"].isna().sum()),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"impossible HR": int((~r["heart_rate"]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.dropna().between(30, 220)).sum()),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"still missing": int(clean["heart_rate"]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.isna().sum()),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k, v in data_health(noisy, clean).items():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print(f"{k:18s}{v:&gt;5}")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 expected   240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arrived        24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impossible HR         2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missing         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Tests That Stop Bad Data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assert fails loudly. Here we feed it a bad reading to prove the alarm 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test_pipeline(clean):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clean["heart_rate"].between(30, 220).all()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clean["spo2"].between(70, 100).all()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clean.isna().sum().sum() == 0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len(clean) == 240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"all 4 checks passed"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print(test_pipeline(clean))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clean.copy()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bad.iloc[5, 0] = 999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test_pipeline(bad)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AssertionError: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print("caught the bad reading")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4 checks passed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caught the bad reading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Features for the Model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clean readings into inputs; the label is “was the wearer exercising?”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 = pd.DataFrame(index=clean.index)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feat["hr"] = clean["heart_rate"]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feat["hr_avg_5min"] = feat["hr"].rolling(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5, min_periods=1).mean()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feat["hr_change"] = feat["hr"].diff().fillna(0)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feat["spo2_avg_5min"] = clean["spo2"].rolling(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5, min_periods=1).mean()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pd.Series(activity &gt; 0, index=clean.index).astype(int)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print(feat.shape, "| exercising:", int(y.sum()),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"of", len(y), "minutes")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(240, 4) | exercising: 50 of 240 minutes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Classic Trap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information from the test data sneaks into training, so the model looks better than it really is.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scale the data (compute the mean and spread) using all 240 minutes before splitting, the model has already “seen” the test minutes through that mean.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great score in the notebook and a disappointing one in real use. A scikit-learn Pipeline learns scaling from training data only, then applies it to test data, so leakage cannot happen by accident.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Kaggle Learn, “Data Leakage”; scikit-learn User Guide, “Common pitfalls: data leakage”.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A scikit-learn Pipeline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and the classifier travel together; train on the first 3 hours, test on the last hour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29260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F9B9B"/>
          </a:solidFill>
          <a:ln/>
        </p:spPr>
      </p:sp>
      <p:sp>
        <p:nvSpPr>
          <p:cNvPr id="6" name="Shape 4"/>
          <p:cNvSpPr/>
          <p:nvPr/>
        </p:nvSpPr>
        <p:spPr>
          <a:xfrm>
            <a:off x="9857232" y="384048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/home/claude/week5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0" y="416966"/>
            <a:ext cx="208483" cy="2084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49840" y="292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in: Colab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6492240" cy="5257800"/>
          </a:xfrm>
          <a:prstGeom prst="roundRect">
            <a:avLst>
              <a:gd name="adj" fmla="val 87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371600"/>
            <a:ext cx="603504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= 180                      # train 08:00-10:59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 = feat.iloc[:cut], feat.iloc[cut:]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y_tr, y_te = y.iloc[:cut], y.iloc[cut:]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Pipeline([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("scale", StandardScaler()),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LogisticRegression(max_iter=500)),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print("Train accuracy:",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round(model.score(X_tr, y_tr), 3))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print("Test accuracy :",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round(model.score(X_te, y_te), 3))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1234440"/>
            <a:ext cx="4325112" cy="5257800"/>
          </a:xfrm>
          <a:prstGeom prst="roundRect">
            <a:avLst>
              <a:gd name="adj" fmla="val 1057"/>
            </a:avLst>
          </a:prstGeom>
          <a:solidFill>
            <a:srgbClr val="F2F6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132588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645920"/>
            <a:ext cx="395935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accuracy: 0.994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accuracy : 1.0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That Result Honestly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accuracy 1.0 on the last hour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01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perfect, but the test hour holds only 10 exercise minutes, and the data is simulated with clean bursts.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237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 score is a warning, not a prize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is the task easy, is the test set tiny, or has something leaked? Here it is easy data and a small test.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5701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split by time, not at random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6791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tested on the future, as it would be in real use. Random splitting would mix neighbouring minutes and flatter the score.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590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it a fair test?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0118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wearers, real noise, several days of data, and measuring false alarms as well as accuracy.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456432" cy="3968496"/>
          </a:xfrm>
          <a:prstGeom prst="roundRect">
            <a:avLst>
              <a:gd name="adj" fmla="val 1852"/>
            </a:avLst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8" name="Image 0" descr="/home/claude/week5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1700784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06840" y="1673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286000"/>
            <a:ext cx="301752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part of the pipeline. A score you cannot explain is a score you cannot trust.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Section: Visualisation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Visualisation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data as a picture (a line, bar or map) so that patterns, gaps and errors are easy to see.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raw and cleaned heart rate on one chart shows at a glance where the cleaning helped and where it did not.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240 numbers hides the story. A chart lets a nurse, a manager or a marker see the story in seconds. But a chart is an argument: the choices you make about it can help or mislead the reader.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UK Government Analysis Function, “Data visualisation: charts”; Alberto Cairo, “How Charts Lie”.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vs Cleaned Heart Rate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2237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</p:sp>
      <p:pic>
        <p:nvPicPr>
          <p:cNvPr id="5" name="Image 0" descr="chart_raw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949440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605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the Week 4 lab data (Python, matplotlib). Grey: raw readings. Teal: after the pipeline.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46720" y="13258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0" y="14356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14173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7830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251 and 11 bpm glitches are gone. The 24 missing minutes are filled 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0022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112008"/>
            <a:ext cx="64008" cy="12740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30937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wrong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4594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09:30 and 10:00 the cleaned line dips to about 60 bpm. The true value is about 70.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6786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0" y="47884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4770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check by eye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1358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dip is invisible in an average. The chart finds it in two seconds.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Said “Better”. The Picture Said “Look Closer”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2237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</p:sp>
      <p:pic>
        <p:nvPicPr>
          <p:cNvPr id="5" name="Image 0" descr="chart_m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691" y="1463040"/>
            <a:ext cx="5747657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605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against the known truth: lower is better.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46720" y="13258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0" y="14356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14173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7830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falls from 5.08 to 4.08 to 2.93 bpm. Every stage helps, on average.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0022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112008"/>
            <a:ext cx="64008" cy="12740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30937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cause of the dip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4594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correction uses a 60-minute rolling median. After a 30-minute walk the median is inflated, so too much is subtracted.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6786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0" y="47884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4770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1358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can introduce a new error while fixing an old one. Report both: the score and the chart.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Charts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64240" y="256032"/>
            <a:ext cx="530352" cy="530352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5" name="Image 0" descr="/home/claude/week5/icons/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7882" y="319674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Truncated Axis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whose vertical axis starts above zero, which makes small differences look big.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816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0A6E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8160" y="1993392"/>
            <a:ext cx="3505200" cy="246888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816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1104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bars of 5.08 and 2.93, drawn from 2.5 upwards, make the second bar look almost empty, as if the error had nearly vanished.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07680" y="1737360"/>
            <a:ext cx="3505200" cy="4160520"/>
          </a:xfrm>
          <a:prstGeom prst="roundRect">
            <a:avLst>
              <a:gd name="adj" fmla="val 1565"/>
            </a:avLst>
          </a:prstGeom>
          <a:solidFill>
            <a:srgbClr val="F2F6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107680" y="1737360"/>
            <a:ext cx="3505200" cy="502920"/>
          </a:xfrm>
          <a:prstGeom prst="roundRect">
            <a:avLst>
              <a:gd name="adj" fmla="val 10909"/>
            </a:avLst>
          </a:prstGeom>
          <a:solidFill>
            <a:srgbClr val="1331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107680" y="1993392"/>
            <a:ext cx="3505200" cy="2468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680" y="1737360"/>
            <a:ext cx="350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0560" y="2395728"/>
            <a:ext cx="3139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bars, the length is the message, so the axis must start at zero. For lines, a non-zero start is acceptable if it is clearly labelled, because the message is the shape, not the length.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UK Government Analysis Function, “Data visualisation: charts”; Alberto Cairo, “How Charts Lie”.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Two Stories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2237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</p:sp>
      <p:pic>
        <p:nvPicPr>
          <p:cNvPr id="5" name="Image 0" descr="chart_misl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949440" cy="31050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605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charts use exactly the same two numbers. Only the axis start differs.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46720" y="13258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0" y="1435608"/>
            <a:ext cx="64008" cy="12740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14173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Left: misleading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7830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error looks more than 80% smaller. The real reduction is 42%.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0022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1120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30937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Right: honest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4594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zero, so lengths match the numbers. The improvement is clear, and not exaggerated.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6786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0" y="47884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4770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yourself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1358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 be comfortable if the reader saw the data table next to this chart?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Rules for a Chart You Can Defend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6" name="Image 0" descr="/home/claude/week5/icons/maxim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Start bars at zero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encodes the value. Line charts may zoom, if the axis is clearly labelled.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7304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38472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1" name="Image 1" descr="/home/claude/week5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336" y="16276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38472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Label units and axes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38472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“Heart rate (bpm)”, not “Value”. A chart with no units cannot be checked.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5968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6" name="Image 2" descr="/home/claude/week5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6276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7136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Show the raw data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27136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raw points beside the smoothed line, so readers see what you changed.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1" name="Image 3" descr="/home/claude/week5/icons/alert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022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Mark problems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glitches, gaps and thresholds. Hiding them is not cleaning them.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37304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8472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6" name="Image 4" descr="/home/claude/week5/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3336" y="430225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38472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Use colour with purpose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38472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 for “raw”, one for “cleaned”, red only for warnings. Never rely on colour alone.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25968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7136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31" name="Image 5" descr="/home/claude/week5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430225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7136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Write for your reader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27136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needs “Is the patient above 100 bpm?”. An engineer needs the error. Choose one message.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Output: A One-Page Data-Health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2237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</p:spPr>
      </p:sp>
      <p:pic>
        <p:nvPicPr>
          <p:cNvPr id="5" name="Image 0" descr="char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949440" cy="33299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605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output: the cleaned signal with an alert threshold, beside a count of data-quality problems.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46720" y="13258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0" y="14356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14173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Left: the signal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7830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heart rate with the 100 bpm alert line. Shaded area: 17 minutes above the threshold.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0022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1120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30937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Right: the health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4594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readings never arrived and 2 were impossible. After the pipeline, none are missing.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678680"/>
            <a:ext cx="3593592" cy="1493520"/>
          </a:xfrm>
          <a:prstGeom prst="roundRect">
            <a:avLst>
              <a:gd name="adj" fmla="val 3673"/>
            </a:avLst>
          </a:prstGeom>
          <a:solidFill>
            <a:srgbClr val="F2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0" y="4788408"/>
            <a:ext cx="64008" cy="1274064"/>
          </a:xfrm>
          <a:prstGeom prst="rect">
            <a:avLst/>
          </a:prstGeom>
          <a:solidFill>
            <a:srgbClr val="0F9B9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4770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135880"/>
            <a:ext cx="3227832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shows what the patient did. The health panel shows whether to trust it.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6" name="Image 0" descr="/home/claude/week5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in one giant cell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test or reuse it. Write one small function per step.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7304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38472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1" name="Image 1" descr="/home/claude/week5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336" y="16276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38472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checks after the 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38472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assertions. A pipeline that cannot fail is a pipeline you cannot trust.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5968" y="137160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7136" y="157276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6" name="Image 2" descr="/home/claude/week5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6276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7136" y="214884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before splitting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27136" y="251460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scalers on training data only. Use a Pipeline to make that automatic.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1" name="Image 3" descr="/home/claude/week5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022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only the average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result. One number can hide a 10 bpm dip.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37304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8472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6" name="Image 4" descr="/home/claude/week5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3336" y="430225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38472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Truncated bar axes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38472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bars at zero, or say clearly why you did not.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25968" y="4046220"/>
            <a:ext cx="3514344" cy="2400300"/>
          </a:xfrm>
          <a:prstGeom prst="roundRect">
            <a:avLst>
              <a:gd name="adj" fmla="val 2667"/>
            </a:avLst>
          </a:prstGeom>
          <a:solidFill>
            <a:srgbClr val="F2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7136" y="4247388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31" name="Image 5" descr="/home/claude/week5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430225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7136" y="4823460"/>
            <a:ext cx="3112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Overwriting the raw data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27136" y="5189220"/>
            <a:ext cx="3112008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raw file. You may need to re-run with a better method.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Lab: Pipeline and Dashboard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12648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hand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the Smart Vitals notebook and run the Week 4 data generator.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in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the four cleaning functions and chain them with .pipe().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run_pipeline()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data-health report and four assert tests.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and “all checks passed”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raw vs cleaned. Find the dip. Say why it happens.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plus two sentences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Stretch: change the drift window from 60 to 120. Does the dip shrink?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and after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one-page dashboard. Add an alert threshold and a title that states the message.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notebook and PNGs to GitHub. They go straight into your Week 9 integration and your portfolio.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in Your Assessment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 &amp; Technical Portfolio (60%)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01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 code, tests and dashboard are evidence of a working, repeatable intelligent 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237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Evaluation / Report (40%)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dip, the 100% test score and the truncated axis are all material for honest evaluation and limitations.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5701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9: System Integration Studio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6791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run_pipeline() becomes one component, connected to an API and a container.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7315200" cy="868680"/>
          </a:xfrm>
          <a:prstGeom prst="roundRect">
            <a:avLst>
              <a:gd name="adj" fmla="val 5263"/>
            </a:avLst>
          </a:prstGeom>
          <a:solidFill>
            <a:srgbClr val="F2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590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10 and 11: Trust and Ethics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901184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charts and unvalidated data are trust problems. You have started on them today.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456432" cy="3968496"/>
          </a:xfrm>
          <a:prstGeom prst="roundRect">
            <a:avLst>
              <a:gd name="adj" fmla="val 1852"/>
            </a:avLst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8" name="Image 0" descr="/home/claude/week5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1700784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06840" y="1673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286000"/>
            <a:ext cx="301752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 pipeline you can explain, test and defend, not a complicated one.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and Emerging Technologies  |  Week 5 · Pipelines &amp; Visualisation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108960" cy="31089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Take-Home Messages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6" name="Image 0" descr="/home/claude/week5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046" y="1874886"/>
            <a:ext cx="291876" cy="2918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830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repeatable, ordered and testable. A notebook is none of these.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9" name="Image 1" descr="/home/claude/week5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6" y="2496678"/>
            <a:ext cx="291876" cy="2918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4048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output. An unattended system must be able to say “something is wrong”.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072384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2" name="Image 2" descr="/home/claude/week5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46" y="3118470"/>
            <a:ext cx="291876" cy="2918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2666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scalers on training data only; a scikit-learn Pipeline does this for you.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5" name="Image 3" descr="/home/claude/week5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6" y="3740262"/>
            <a:ext cx="291876" cy="2918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64845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your results. A chart found a 10 bpm error that the average hid.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4315968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18" name="Image 4" descr="/home/claude/week5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6" y="4362054"/>
            <a:ext cx="291876" cy="2918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42702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axes and colours so your chart can be defended to a sceptical reader.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822960" y="4937760"/>
            <a:ext cx="384048" cy="384048"/>
          </a:xfrm>
          <a:prstGeom prst="ellipse">
            <a:avLst/>
          </a:prstGeom>
          <a:solidFill>
            <a:srgbClr val="0F9B9B"/>
          </a:solidFill>
          <a:ln/>
        </p:spPr>
      </p:sp>
      <p:pic>
        <p:nvPicPr>
          <p:cNvPr id="21" name="Image 5" descr="/home/claude/week5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46" y="4983846"/>
            <a:ext cx="291876" cy="2918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71600" y="48920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(Week 6): where does this pipeline run? IoT architectures and edge computing.</a:t>
            </a:r>
            <a:endParaRPr lang="en-US" sz="1550" dirty="0"/>
          </a:p>
        </p:txBody>
      </p:sp>
      <p:sp>
        <p:nvSpPr>
          <p:cNvPr id="23" name="Text 15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Pipelines &amp; Visualisation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Pipelines and Visualisation</dc:title>
  <dc:subject>PptxGenJS Presentation</dc:subject>
  <dc:creator>PptxGenJS</dc:creator>
  <cp:lastModifiedBy>PptxGenJS</cp:lastModifiedBy>
  <cp:revision>1</cp:revision>
  <dcterms:created xsi:type="dcterms:W3CDTF">2026-10-12T12:28:09Z</dcterms:created>
  <dcterms:modified xsi:type="dcterms:W3CDTF">2026-10-12T12:28:09Z</dcterms:modified>
</cp:coreProperties>
</file>